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6" r:id="rId2"/>
    <p:sldId id="268" r:id="rId3"/>
    <p:sldId id="26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96" autoAdjust="0"/>
  </p:normalViewPr>
  <p:slideViewPr>
    <p:cSldViewPr snapToGrid="0">
      <p:cViewPr>
        <p:scale>
          <a:sx n="80" d="100"/>
          <a:sy n="80" d="100"/>
        </p:scale>
        <p:origin x="58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43F6D-DC99-4DCF-B037-B9B797074E42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77F8C-59CF-414D-8052-CD6490349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32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4314-4F10-F083-8547-E7B22750E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068E6-7D30-8FF1-EB9E-858BE3CDD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20410-638F-D971-3DFB-13247445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0657E-FB73-D1E5-8A72-4A318C95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0ABA6-3006-0B17-4ABC-BFDF0AC9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98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9D44E-BF95-731F-93DE-D577B1C5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3D4E-80CD-0976-A53B-7BB9DAC02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7AF50-97EF-0199-E408-525888BF6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5DC63-4A1A-9097-E15A-816841693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D6F1B-97C1-07B2-8862-A0DAB2E44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38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83EE-B2C6-82FF-CD38-CBC8B6FFE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F1088-D31F-3655-F752-F2A0D02E5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728EA-AE40-6E2D-F14E-5FD30C78D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4E85B-C9D9-BED8-7C2B-9CD9F6E85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C71FA-64A0-6677-C932-77912497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33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FA4E3-4CD6-9566-74D1-158F3D36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7C8AF-A9CD-4F52-6046-3461151701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50730-83EE-CD3A-7401-851743E45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3C224-7B89-55E6-AB59-0110FAAC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B8075-D788-B3F9-BC81-2A652833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0AFA6-C58C-A52B-DA35-1D616A9F1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81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9800B-EF2C-CEC4-28C0-93C4F5A37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E5AED-C6F4-28BE-B01B-503E54EAE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88139-8983-88F6-4C01-9CE86529C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3ADE51-9D0E-2E22-7008-7278BB090A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D20AF2-2D29-BC78-08EB-FE898BA6E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33B85C-E0FF-431E-3B50-AC94F4C85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D5935-4EB3-159E-6303-1D697128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C0503-B715-4579-5455-C517261B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CDA0F-A1B0-DEB3-C08A-5B8C6AB15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6F99BA-FA21-2EDB-336E-D24BB3862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77D39-6923-416B-B2C3-D45205F7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B5CB5-369F-CEBA-0230-BBAC1752E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79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77911-9C5D-B589-FD66-7793D4B6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DC907-A447-64F1-61DA-E9AC41FA8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21F76-CF98-3AA4-CDF8-AEBB6074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93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BF073-C116-DF4E-E4A9-AEBE8B40D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E5AED-3A24-ABA6-7E92-733E9EE85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E86F4-8F9A-AF59-5450-CB781AB53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C5A12-A23E-B861-F2C2-059337EF4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4AEC3-1B5C-61D2-6664-56C48A077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2B17B-69B7-F969-0768-5138B6C3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5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680D-DBA0-CF6E-FD53-DEE054A54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BE8AD9-9415-5697-F838-20B87D4F5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6F02D-D94B-6564-EE6A-20CD0F3CA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FC462-FEA4-8F63-F8DD-04162E40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040D4-5959-6C8C-23E0-51B394C64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49491-E1EA-09AC-0670-F22F93A5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3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7C9A-B97B-2EA8-B29F-0CFDE835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98411-0648-1E8C-BECE-D1765B0AD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B72FA-2C23-60A6-A177-A44CFAAB9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99D37-34BE-CFFC-839B-509947050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9BA89-6575-FC7F-2599-BECB30115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40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220CC-F633-9698-A0F7-1E22972E0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324C8-080A-0550-310F-A226F0A3C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87C1E-3B54-2D05-497C-B97DA4EA3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862DA-E5BC-E0F6-FBF2-DA19F606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5F235-FDEA-B179-91F9-0EE3C833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94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26B40-CDA4-40BE-E752-0A7FDBD62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508BE-CC66-0037-7177-6A0F08E60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65EBD-BF0F-F0D0-A4FD-6690148CC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3C94A-0403-4408-9D62-C2F5423A16D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CE736-AA37-13E7-47CD-00E14DDB0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3A0A9-4594-E36A-254D-B52433A31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78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52B6A822-61BF-101A-B68E-F9887429D065}"/>
              </a:ext>
            </a:extLst>
          </p:cNvPr>
          <p:cNvGrpSpPr/>
          <p:nvPr/>
        </p:nvGrpSpPr>
        <p:grpSpPr>
          <a:xfrm>
            <a:off x="1823097" y="419100"/>
            <a:ext cx="8994330" cy="6236982"/>
            <a:chOff x="1823097" y="419100"/>
            <a:chExt cx="8994330" cy="6236982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98548F5-CE10-6FBF-CBD1-89C1AD94A0EB}"/>
                </a:ext>
              </a:extLst>
            </p:cNvPr>
            <p:cNvSpPr/>
            <p:nvPr/>
          </p:nvSpPr>
          <p:spPr>
            <a:xfrm>
              <a:off x="3390900" y="4200525"/>
              <a:ext cx="4067175" cy="1512240"/>
            </a:xfrm>
            <a:custGeom>
              <a:avLst/>
              <a:gdLst>
                <a:gd name="connsiteX0" fmla="*/ 0 w 4067175"/>
                <a:gd name="connsiteY0" fmla="*/ 466725 h 1512240"/>
                <a:gd name="connsiteX1" fmla="*/ 1971675 w 4067175"/>
                <a:gd name="connsiteY1" fmla="*/ 1504950 h 1512240"/>
                <a:gd name="connsiteX2" fmla="*/ 4067175 w 4067175"/>
                <a:gd name="connsiteY2" fmla="*/ 0 h 1512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67175" h="1512240">
                  <a:moveTo>
                    <a:pt x="0" y="466725"/>
                  </a:moveTo>
                  <a:cubicBezTo>
                    <a:pt x="646906" y="1024731"/>
                    <a:pt x="1293813" y="1582737"/>
                    <a:pt x="1971675" y="1504950"/>
                  </a:cubicBezTo>
                  <a:cubicBezTo>
                    <a:pt x="2649537" y="1427163"/>
                    <a:pt x="3358356" y="713581"/>
                    <a:pt x="4067175" y="0"/>
                  </a:cubicBezTo>
                </a:path>
              </a:pathLst>
            </a:custGeom>
            <a:noFill/>
            <a:ln w="88900" cap="rnd">
              <a:solidFill>
                <a:schemeClr val="accent1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DE48A5E-6B0F-1B53-FFFF-265C5AAB5226}"/>
                </a:ext>
              </a:extLst>
            </p:cNvPr>
            <p:cNvSpPr/>
            <p:nvPr/>
          </p:nvSpPr>
          <p:spPr>
            <a:xfrm>
              <a:off x="2609850" y="2559853"/>
              <a:ext cx="1624647" cy="2031197"/>
            </a:xfrm>
            <a:custGeom>
              <a:avLst/>
              <a:gdLst>
                <a:gd name="connsiteX0" fmla="*/ 0 w 1624647"/>
                <a:gd name="connsiteY0" fmla="*/ 373847 h 2031197"/>
                <a:gd name="connsiteX1" fmla="*/ 1590675 w 1624647"/>
                <a:gd name="connsiteY1" fmla="*/ 116672 h 2031197"/>
                <a:gd name="connsiteX2" fmla="*/ 933450 w 1624647"/>
                <a:gd name="connsiteY2" fmla="*/ 2031197 h 2031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4647" h="2031197">
                  <a:moveTo>
                    <a:pt x="0" y="373847"/>
                  </a:moveTo>
                  <a:cubicBezTo>
                    <a:pt x="717550" y="107147"/>
                    <a:pt x="1435100" y="-159553"/>
                    <a:pt x="1590675" y="116672"/>
                  </a:cubicBezTo>
                  <a:cubicBezTo>
                    <a:pt x="1746250" y="392897"/>
                    <a:pt x="1339850" y="1212047"/>
                    <a:pt x="933450" y="2031197"/>
                  </a:cubicBezTo>
                </a:path>
              </a:pathLst>
            </a:custGeom>
            <a:noFill/>
            <a:ln w="88900" cap="rnd">
              <a:solidFill>
                <a:schemeClr val="accent1">
                  <a:lumMod val="75000"/>
                </a:schemeClr>
              </a:solidFill>
              <a:prstDash val="sysDot"/>
              <a:round/>
              <a:headEnd type="none"/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5744EE6-1F0E-7250-6AB4-2C5E5C8EEF4F}"/>
                </a:ext>
              </a:extLst>
            </p:cNvPr>
            <p:cNvGrpSpPr/>
            <p:nvPr/>
          </p:nvGrpSpPr>
          <p:grpSpPr>
            <a:xfrm>
              <a:off x="5754356" y="838199"/>
              <a:ext cx="4780110" cy="4096417"/>
              <a:chOff x="2182481" y="853635"/>
              <a:chExt cx="6340390" cy="5433532"/>
            </a:xfrm>
            <a:effectLst>
              <a:outerShdw blurRad="177800" dist="38100" dir="5400000" sx="104000" sy="104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98A7C1C-592C-3A40-E53C-83C8EC70775B}"/>
                  </a:ext>
                </a:extLst>
              </p:cNvPr>
              <p:cNvSpPr/>
              <p:nvPr/>
            </p:nvSpPr>
            <p:spPr>
              <a:xfrm>
                <a:off x="2182481" y="853635"/>
                <a:ext cx="6340389" cy="5433531"/>
              </a:xfrm>
              <a:prstGeom prst="rect">
                <a:avLst/>
              </a:prstGeom>
              <a:solidFill>
                <a:srgbClr val="FAFAFA"/>
              </a:solidFill>
              <a:ln w="41275">
                <a:noFill/>
                <a:headEnd type="none"/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CFFC4E68-BCAD-692A-1940-863DBA750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82481" y="853636"/>
                <a:ext cx="3170195" cy="5433531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51A4E6E-6B6C-FB96-9491-8B533442D9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52676" y="853636"/>
                <a:ext cx="3170195" cy="4145639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EA7AE2A-CFB3-E44B-DA56-790495253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3097" y="419100"/>
              <a:ext cx="1386828" cy="409622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19DC596-4427-6A2E-7C29-6A25E4A5C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8053" y="3963656"/>
              <a:ext cx="2581275" cy="1613297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133258D-348A-4E42-B636-4F92E1E98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9861" y="2697719"/>
              <a:ext cx="1187052" cy="712231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87785E4-5496-927B-6EA2-EE610F42D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086" y="5369849"/>
              <a:ext cx="1345828" cy="342916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218577C-2210-93A4-894C-C2DE6552D171}"/>
                </a:ext>
              </a:extLst>
            </p:cNvPr>
            <p:cNvSpPr txBox="1"/>
            <p:nvPr/>
          </p:nvSpPr>
          <p:spPr>
            <a:xfrm>
              <a:off x="3466826" y="806383"/>
              <a:ext cx="162464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Raspberry Pi paired using Bluetooth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EFC8A07-97D5-CC4B-177E-9131097762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4883" y="1524000"/>
              <a:ext cx="880817" cy="8767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732F6A8-3AC3-8F7A-C2D6-44CB2F0B8E0E}"/>
                </a:ext>
              </a:extLst>
            </p:cNvPr>
            <p:cNvSpPr txBox="1"/>
            <p:nvPr/>
          </p:nvSpPr>
          <p:spPr>
            <a:xfrm>
              <a:off x="2516511" y="6009751"/>
              <a:ext cx="25771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Communicates to Home Assistant using MQTT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221866C-6DDD-A3F1-0C03-8BC46F5365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3387" y="5576953"/>
              <a:ext cx="877205" cy="4405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F34922A-39D9-E6E0-1312-1E3B6EE48CED}"/>
                </a:ext>
              </a:extLst>
            </p:cNvPr>
            <p:cNvSpPr txBox="1"/>
            <p:nvPr/>
          </p:nvSpPr>
          <p:spPr>
            <a:xfrm>
              <a:off x="8098834" y="5474050"/>
              <a:ext cx="25771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Control radio settings from Home Assistant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5782ACA-756F-58BA-B836-C07FF62916DE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4228872"/>
              <a:ext cx="1066374" cy="11912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7F6D5170-BBE0-2709-AAFC-508023A4C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905" y="4377327"/>
              <a:ext cx="992522" cy="9925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416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D7C98-3F8A-8551-11CE-8D43A343A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1D38CCD3-3291-8643-10F2-06C213ECE938}"/>
              </a:ext>
            </a:extLst>
          </p:cNvPr>
          <p:cNvGrpSpPr/>
          <p:nvPr/>
        </p:nvGrpSpPr>
        <p:grpSpPr>
          <a:xfrm>
            <a:off x="1823097" y="344718"/>
            <a:ext cx="9143037" cy="6311364"/>
            <a:chOff x="1823097" y="344718"/>
            <a:chExt cx="9143037" cy="6311364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FA47A60-F6B9-E9EA-92F8-E2A7175AAAEB}"/>
                </a:ext>
              </a:extLst>
            </p:cNvPr>
            <p:cNvCxnSpPr/>
            <p:nvPr/>
          </p:nvCxnSpPr>
          <p:spPr>
            <a:xfrm flipH="1">
              <a:off x="5841649" y="2737702"/>
              <a:ext cx="1269985" cy="1570"/>
            </a:xfrm>
            <a:prstGeom prst="line">
              <a:avLst/>
            </a:prstGeom>
            <a:ln w="793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E54FC6A-5ED3-6A56-3A87-D6B92555E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4510" y="1843998"/>
              <a:ext cx="1" cy="911653"/>
            </a:xfrm>
            <a:prstGeom prst="line">
              <a:avLst/>
            </a:prstGeom>
            <a:ln w="793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E049552-056A-76D1-E247-B28F5BFB50B4}"/>
                </a:ext>
              </a:extLst>
            </p:cNvPr>
            <p:cNvCxnSpPr>
              <a:cxnSpLocks/>
              <a:stCxn id="21" idx="0"/>
              <a:endCxn id="28" idx="2"/>
            </p:cNvCxnSpPr>
            <p:nvPr/>
          </p:nvCxnSpPr>
          <p:spPr>
            <a:xfrm flipH="1" flipV="1">
              <a:off x="5678670" y="3046101"/>
              <a:ext cx="1" cy="911653"/>
            </a:xfrm>
            <a:prstGeom prst="line">
              <a:avLst/>
            </a:prstGeom>
            <a:ln w="793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A59B6CF-5666-C36B-F231-D03B23A10260}"/>
                </a:ext>
              </a:extLst>
            </p:cNvPr>
            <p:cNvCxnSpPr>
              <a:stCxn id="21" idx="1"/>
            </p:cNvCxnSpPr>
            <p:nvPr/>
          </p:nvCxnSpPr>
          <p:spPr>
            <a:xfrm flipH="1">
              <a:off x="3695700" y="4236133"/>
              <a:ext cx="1269985" cy="1570"/>
            </a:xfrm>
            <a:prstGeom prst="line">
              <a:avLst/>
            </a:prstGeom>
            <a:ln w="793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CEF46A-DCF5-D6A2-93B4-19D72D0D1997}"/>
                </a:ext>
              </a:extLst>
            </p:cNvPr>
            <p:cNvSpPr/>
            <p:nvPr/>
          </p:nvSpPr>
          <p:spPr>
            <a:xfrm>
              <a:off x="3390900" y="4237703"/>
              <a:ext cx="5448300" cy="1475062"/>
            </a:xfrm>
            <a:custGeom>
              <a:avLst/>
              <a:gdLst>
                <a:gd name="connsiteX0" fmla="*/ 0 w 4067175"/>
                <a:gd name="connsiteY0" fmla="*/ 466725 h 1512240"/>
                <a:gd name="connsiteX1" fmla="*/ 1971675 w 4067175"/>
                <a:gd name="connsiteY1" fmla="*/ 1504950 h 1512240"/>
                <a:gd name="connsiteX2" fmla="*/ 4067175 w 4067175"/>
                <a:gd name="connsiteY2" fmla="*/ 0 h 1512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67175" h="1512240">
                  <a:moveTo>
                    <a:pt x="0" y="466725"/>
                  </a:moveTo>
                  <a:cubicBezTo>
                    <a:pt x="646906" y="1024731"/>
                    <a:pt x="1293813" y="1582737"/>
                    <a:pt x="1971675" y="1504950"/>
                  </a:cubicBezTo>
                  <a:cubicBezTo>
                    <a:pt x="2649537" y="1427163"/>
                    <a:pt x="3358356" y="713581"/>
                    <a:pt x="4067175" y="0"/>
                  </a:cubicBezTo>
                </a:path>
              </a:pathLst>
            </a:custGeom>
            <a:noFill/>
            <a:ln w="88900" cap="rnd">
              <a:solidFill>
                <a:schemeClr val="accent1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2951A4B-03C4-6D5B-3274-496FF71E96BC}"/>
                </a:ext>
              </a:extLst>
            </p:cNvPr>
            <p:cNvSpPr/>
            <p:nvPr/>
          </p:nvSpPr>
          <p:spPr>
            <a:xfrm>
              <a:off x="2609850" y="2559853"/>
              <a:ext cx="1624647" cy="2031197"/>
            </a:xfrm>
            <a:custGeom>
              <a:avLst/>
              <a:gdLst>
                <a:gd name="connsiteX0" fmla="*/ 0 w 1624647"/>
                <a:gd name="connsiteY0" fmla="*/ 373847 h 2031197"/>
                <a:gd name="connsiteX1" fmla="*/ 1590675 w 1624647"/>
                <a:gd name="connsiteY1" fmla="*/ 116672 h 2031197"/>
                <a:gd name="connsiteX2" fmla="*/ 933450 w 1624647"/>
                <a:gd name="connsiteY2" fmla="*/ 2031197 h 2031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4647" h="2031197">
                  <a:moveTo>
                    <a:pt x="0" y="373847"/>
                  </a:moveTo>
                  <a:cubicBezTo>
                    <a:pt x="717550" y="107147"/>
                    <a:pt x="1435100" y="-159553"/>
                    <a:pt x="1590675" y="116672"/>
                  </a:cubicBezTo>
                  <a:cubicBezTo>
                    <a:pt x="1746250" y="392897"/>
                    <a:pt x="1339850" y="1212047"/>
                    <a:pt x="933450" y="2031197"/>
                  </a:cubicBezTo>
                </a:path>
              </a:pathLst>
            </a:custGeom>
            <a:noFill/>
            <a:ln w="88900" cap="rnd">
              <a:solidFill>
                <a:schemeClr val="accent1">
                  <a:lumMod val="75000"/>
                </a:schemeClr>
              </a:solidFill>
              <a:prstDash val="sysDot"/>
              <a:round/>
              <a:headEnd type="none"/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27FC5D9-EC8F-DCB1-AA01-A62EF5950B5D}"/>
                </a:ext>
              </a:extLst>
            </p:cNvPr>
            <p:cNvGrpSpPr/>
            <p:nvPr/>
          </p:nvGrpSpPr>
          <p:grpSpPr>
            <a:xfrm>
              <a:off x="8575443" y="2872863"/>
              <a:ext cx="2200091" cy="1934241"/>
              <a:chOff x="2182481" y="853635"/>
              <a:chExt cx="6340390" cy="5433532"/>
            </a:xfrm>
            <a:effectLst>
              <a:outerShdw blurRad="177800" dist="38100" dir="5400000" sx="104000" sy="104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709B607-5EF1-B5AC-7C4C-5943D119499B}"/>
                  </a:ext>
                </a:extLst>
              </p:cNvPr>
              <p:cNvSpPr/>
              <p:nvPr/>
            </p:nvSpPr>
            <p:spPr>
              <a:xfrm>
                <a:off x="2182481" y="853635"/>
                <a:ext cx="6340389" cy="5433531"/>
              </a:xfrm>
              <a:prstGeom prst="rect">
                <a:avLst/>
              </a:prstGeom>
              <a:solidFill>
                <a:srgbClr val="FAFAFA"/>
              </a:solidFill>
              <a:ln w="41275">
                <a:noFill/>
                <a:headEnd type="none"/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2A7BB9A0-A537-3A26-0B59-07819CD017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82481" y="853636"/>
                <a:ext cx="3170195" cy="5433531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DD3449C0-3C54-BB3B-A875-F262A979FB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52676" y="853636"/>
                <a:ext cx="3170195" cy="4145639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48B26D2-CF3E-8192-2AF9-6ED741A63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3097" y="419100"/>
              <a:ext cx="1386828" cy="4096229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1AEA0E3-B051-03AA-E465-458A78756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9861" y="2697719"/>
              <a:ext cx="1187052" cy="712231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AB3F7BA-3808-DF85-4D58-3C3B50F18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6397" y="5889604"/>
              <a:ext cx="1345828" cy="342916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DE2C292-417A-2596-4ECE-74C94B80118C}"/>
                </a:ext>
              </a:extLst>
            </p:cNvPr>
            <p:cNvSpPr txBox="1"/>
            <p:nvPr/>
          </p:nvSpPr>
          <p:spPr>
            <a:xfrm>
              <a:off x="2865463" y="511105"/>
              <a:ext cx="162464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Raspberry Pi paired using Bluetooth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C13057E-BA74-9A94-6713-C5DC033B0C16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 flipH="1">
              <a:off x="3374845" y="1434435"/>
              <a:ext cx="302942" cy="11002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0349F33-D2C0-CB80-CCCD-0C4D7BB347AD}"/>
                </a:ext>
              </a:extLst>
            </p:cNvPr>
            <p:cNvSpPr txBox="1"/>
            <p:nvPr/>
          </p:nvSpPr>
          <p:spPr>
            <a:xfrm>
              <a:off x="2516511" y="6009751"/>
              <a:ext cx="25771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Communicates to Home Assistant using MQTT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637EF15-7E03-DCBA-3F2A-5E9B033215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3387" y="5576953"/>
              <a:ext cx="877205" cy="4405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89D5620-82BC-AD9C-04F4-9AA38C5F1946}"/>
                </a:ext>
              </a:extLst>
            </p:cNvPr>
            <p:cNvSpPr txBox="1"/>
            <p:nvPr/>
          </p:nvSpPr>
          <p:spPr>
            <a:xfrm>
              <a:off x="7372595" y="5599397"/>
              <a:ext cx="257714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Control radio settings and monitor the station from Home Assistant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C90ED94-578C-6AEE-C524-5916A68C16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6569" y="4714537"/>
              <a:ext cx="404600" cy="858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D8E4DB3F-7F27-F990-B4C8-27DBAD9C8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63237" y="4381887"/>
              <a:ext cx="665301" cy="665301"/>
            </a:xfrm>
            <a:prstGeom prst="rect">
              <a:avLst/>
            </a:prstGeom>
          </p:spPr>
        </p:pic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2AFE748-C3F6-E458-6CF6-309B25289E61}"/>
                </a:ext>
              </a:extLst>
            </p:cNvPr>
            <p:cNvSpPr/>
            <p:nvPr/>
          </p:nvSpPr>
          <p:spPr>
            <a:xfrm>
              <a:off x="3797673" y="1976673"/>
              <a:ext cx="5083277" cy="3419613"/>
            </a:xfrm>
            <a:custGeom>
              <a:avLst/>
              <a:gdLst>
                <a:gd name="connsiteX0" fmla="*/ 5083277 w 5083277"/>
                <a:gd name="connsiteY0" fmla="*/ 0 h 3419613"/>
                <a:gd name="connsiteX1" fmla="*/ 2182761 w 5083277"/>
                <a:gd name="connsiteY1" fmla="*/ 3323303 h 3419613"/>
                <a:gd name="connsiteX2" fmla="*/ 0 w 5083277"/>
                <a:gd name="connsiteY2" fmla="*/ 2536722 h 3419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3277" h="3419613">
                  <a:moveTo>
                    <a:pt x="5083277" y="0"/>
                  </a:moveTo>
                  <a:cubicBezTo>
                    <a:pt x="4056625" y="1450258"/>
                    <a:pt x="3029974" y="2900516"/>
                    <a:pt x="2182761" y="3323303"/>
                  </a:cubicBezTo>
                  <a:cubicBezTo>
                    <a:pt x="1335548" y="3746090"/>
                    <a:pt x="173703" y="2646515"/>
                    <a:pt x="0" y="2536722"/>
                  </a:cubicBezTo>
                </a:path>
              </a:pathLst>
            </a:custGeom>
            <a:noFill/>
            <a:ln w="88900" cap="rnd">
              <a:solidFill>
                <a:schemeClr val="accent1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E7915C9-0C74-D689-28C7-16C944B98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4841" y="675637"/>
              <a:ext cx="2581293" cy="1738759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6E4B087-459F-F0A0-D615-B50749C3A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8053" y="3963656"/>
              <a:ext cx="2581275" cy="1613297"/>
            </a:xfrm>
            <a:prstGeom prst="rect">
              <a:avLst/>
            </a:prstGeom>
            <a:effectLst>
              <a:outerShdw blurRad="177800" dist="38100" dir="5400000" sx="101000" sy="101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58D1E4-7A9E-BD60-8ABB-E12CDB4FFD87}"/>
                </a:ext>
              </a:extLst>
            </p:cNvPr>
            <p:cNvSpPr txBox="1"/>
            <p:nvPr/>
          </p:nvSpPr>
          <p:spPr>
            <a:xfrm>
              <a:off x="6134912" y="344718"/>
              <a:ext cx="19312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Get live station data using the local web portal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6CA8497-FB6D-BD80-5FD9-34358F98C4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99066" y="855484"/>
              <a:ext cx="559803" cy="3375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4FFCAD5-D4AC-7FCD-7E5C-D7C3848BA602}"/>
                </a:ext>
              </a:extLst>
            </p:cNvPr>
            <p:cNvSpPr/>
            <p:nvPr/>
          </p:nvSpPr>
          <p:spPr>
            <a:xfrm>
              <a:off x="4965685" y="3957754"/>
              <a:ext cx="1425971" cy="55675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2225" cap="rnd">
              <a:solidFill>
                <a:schemeClr val="accent1">
                  <a:lumMod val="75000"/>
                </a:schemeClr>
              </a:solidFill>
              <a:prstDash val="solid"/>
              <a:headEnd type="none"/>
              <a:tailEnd type="none"/>
            </a:ln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Winlink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A9C61C9-A2BA-E30B-E364-469B04DB81C8}"/>
                </a:ext>
              </a:extLst>
            </p:cNvPr>
            <p:cNvSpPr/>
            <p:nvPr/>
          </p:nvSpPr>
          <p:spPr>
            <a:xfrm>
              <a:off x="4965685" y="3221734"/>
              <a:ext cx="1425971" cy="55675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2225" cap="rnd">
              <a:solidFill>
                <a:schemeClr val="accent1">
                  <a:lumMod val="75000"/>
                </a:schemeClr>
              </a:solidFill>
              <a:prstDash val="solid"/>
              <a:headEnd type="none"/>
              <a:tailEnd type="none"/>
            </a:ln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APRS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3DA6758-5AA5-4F87-2867-CAA6F2311DDD}"/>
                </a:ext>
              </a:extLst>
            </p:cNvPr>
            <p:cNvSpPr/>
            <p:nvPr/>
          </p:nvSpPr>
          <p:spPr>
            <a:xfrm>
              <a:off x="4965684" y="2489343"/>
              <a:ext cx="1425971" cy="55675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2225" cap="rnd">
              <a:solidFill>
                <a:schemeClr val="accent1">
                  <a:lumMod val="75000"/>
                </a:schemeClr>
              </a:solidFill>
              <a:prstDash val="solid"/>
              <a:headEnd type="none"/>
              <a:tailEnd type="none"/>
            </a:ln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BBS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179A6B5-2368-E6B9-2BBE-B19C12C6738C}"/>
                </a:ext>
              </a:extLst>
            </p:cNvPr>
            <p:cNvSpPr/>
            <p:nvPr/>
          </p:nvSpPr>
          <p:spPr>
            <a:xfrm>
              <a:off x="6561627" y="1630698"/>
              <a:ext cx="943528" cy="34981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2225" cap="rnd">
              <a:solidFill>
                <a:schemeClr val="accent1">
                  <a:lumMod val="75000"/>
                </a:schemeClr>
              </a:solidFill>
              <a:prstDash val="solid"/>
              <a:headEnd type="none"/>
              <a:tailEnd type="none"/>
            </a:ln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Files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6405EE1E-8367-F5FD-F6BC-D7824406713E}"/>
                </a:ext>
              </a:extLst>
            </p:cNvPr>
            <p:cNvSpPr/>
            <p:nvPr/>
          </p:nvSpPr>
          <p:spPr>
            <a:xfrm>
              <a:off x="6558897" y="2095421"/>
              <a:ext cx="943528" cy="34981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2225" cap="rnd">
              <a:solidFill>
                <a:schemeClr val="accent1">
                  <a:lumMod val="75000"/>
                </a:schemeClr>
              </a:solidFill>
              <a:prstDash val="solid"/>
              <a:headEnd type="none"/>
              <a:tailEnd type="none"/>
            </a:ln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Games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E1EE0CCC-D9F2-FFE0-39D4-CB359C226E7C}"/>
                </a:ext>
              </a:extLst>
            </p:cNvPr>
            <p:cNvSpPr/>
            <p:nvPr/>
          </p:nvSpPr>
          <p:spPr>
            <a:xfrm>
              <a:off x="6561627" y="2564364"/>
              <a:ext cx="943528" cy="34981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2225" cap="rnd">
              <a:solidFill>
                <a:schemeClr val="accent1">
                  <a:lumMod val="75000"/>
                </a:schemeClr>
              </a:solidFill>
              <a:prstDash val="solid"/>
              <a:headEnd type="none"/>
              <a:tailEnd type="none"/>
            </a:ln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Bulletins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90A0488-F6C8-6342-0F24-888BBE720C1A}"/>
                </a:ext>
              </a:extLst>
            </p:cNvPr>
            <p:cNvSpPr txBox="1"/>
            <p:nvPr/>
          </p:nvSpPr>
          <p:spPr>
            <a:xfrm>
              <a:off x="4396913" y="1095138"/>
              <a:ext cx="162464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Configure</a:t>
              </a:r>
              <a:br>
                <a:rPr lang="en-US" dirty="0"/>
              </a:br>
              <a:r>
                <a:rPr lang="en-US" dirty="0"/>
                <a:t>supported</a:t>
              </a:r>
              <a:br>
                <a:rPr lang="en-US" dirty="0"/>
              </a:br>
              <a:r>
                <a:rPr lang="en-US" dirty="0"/>
                <a:t>modules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56A5E00-E4A4-2662-FF3D-84E2B17ECE16}"/>
                </a:ext>
              </a:extLst>
            </p:cNvPr>
            <p:cNvCxnSpPr>
              <a:cxnSpLocks/>
            </p:cNvCxnSpPr>
            <p:nvPr/>
          </p:nvCxnSpPr>
          <p:spPr>
            <a:xfrm>
              <a:off x="5176099" y="1989903"/>
              <a:ext cx="187652" cy="4613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478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AE080A7-AAF7-86E2-5F38-B4F7FD488AE2}"/>
              </a:ext>
            </a:extLst>
          </p:cNvPr>
          <p:cNvGrpSpPr/>
          <p:nvPr/>
        </p:nvGrpSpPr>
        <p:grpSpPr>
          <a:xfrm>
            <a:off x="546847" y="471379"/>
            <a:ext cx="11223995" cy="4924604"/>
            <a:chOff x="546847" y="471379"/>
            <a:chExt cx="11223995" cy="492460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5DCC265-221B-C12E-4579-8081A04B9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847" y="471379"/>
              <a:ext cx="5396053" cy="3442237"/>
            </a:xfrm>
            <a:prstGeom prst="rect">
              <a:avLst/>
            </a:prstGeom>
            <a:effectLst>
              <a:outerShdw blurRad="1905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FE82113-C83D-DD9C-FD9F-68AF4810D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90042" y="1976366"/>
              <a:ext cx="5411916" cy="3419617"/>
            </a:xfrm>
            <a:prstGeom prst="rect">
              <a:avLst/>
            </a:prstGeom>
            <a:effectLst>
              <a:outerShdw blurRad="1905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BD4E081-826F-8920-3326-62D6FD29F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965" y="3601706"/>
              <a:ext cx="2581275" cy="1613297"/>
            </a:xfrm>
            <a:prstGeom prst="rect">
              <a:avLst/>
            </a:prstGeom>
            <a:effectLst>
              <a:outerShdw blurRad="177800" dist="38100" dir="5400000" sx="101000" sy="101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47B91B4-ADDF-698E-D9CB-FB625DDA7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2677" y="837848"/>
              <a:ext cx="5428165" cy="3419617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791639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88900" cap="rnd">
          <a:solidFill>
            <a:schemeClr val="accent1">
              <a:lumMod val="75000"/>
            </a:schemeClr>
          </a:solidFill>
          <a:prstDash val="sysDot"/>
          <a:headEnd type="none"/>
          <a:tailEnd type="non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58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Default</dc:creator>
  <cp:lastModifiedBy>Default</cp:lastModifiedBy>
  <cp:revision>18</cp:revision>
  <dcterms:created xsi:type="dcterms:W3CDTF">2025-01-12T02:37:34Z</dcterms:created>
  <dcterms:modified xsi:type="dcterms:W3CDTF">2025-12-14T19:46:34Z</dcterms:modified>
</cp:coreProperties>
</file>